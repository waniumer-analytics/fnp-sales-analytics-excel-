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080243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83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73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507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4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01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4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2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80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67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19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96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20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61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49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77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15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43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Ferns &amp; Petals Sales Performance Analytics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600" dirty="0"/>
              <a:t>Domain: E-Commerce Analytics | Retail Analytics | Business Intelligence</a:t>
            </a:r>
            <a:endParaRPr lang="en-US" sz="3600" dirty="0"/>
          </a:p>
          <a:p>
            <a:r>
              <a:rPr lang="en-IN" sz="3600" dirty="0"/>
              <a:t>DESIGNED BY :- WANI UMER (DATA ANALYST)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632857"/>
            <a:ext cx="7704667" cy="4366959"/>
          </a:xfrm>
        </p:spPr>
        <p:txBody>
          <a:bodyPr/>
          <a:lstStyle/>
          <a:p>
            <a:r>
              <a:rPr dirty="0"/>
              <a:t>Analyze sales data from Ferns &amp; Petals gifting platform</a:t>
            </a:r>
          </a:p>
          <a:p>
            <a:r>
              <a:rPr dirty="0"/>
              <a:t>Understand customer purchasing behavior</a:t>
            </a:r>
          </a:p>
          <a:p>
            <a:r>
              <a:rPr dirty="0"/>
              <a:t>Evaluate product category performance</a:t>
            </a:r>
          </a:p>
          <a:p>
            <a:r>
              <a:rPr dirty="0"/>
              <a:t>Identify seasonal demand patterns</a:t>
            </a:r>
          </a:p>
          <a:p>
            <a:r>
              <a:rPr dirty="0"/>
              <a:t>Build an interactive analytics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534886"/>
            <a:ext cx="7704667" cy="4464930"/>
          </a:xfrm>
        </p:spPr>
        <p:txBody>
          <a:bodyPr/>
          <a:lstStyle/>
          <a:p>
            <a:r>
              <a:rPr dirty="0"/>
              <a:t>Identify occasions driving highest revenue</a:t>
            </a:r>
          </a:p>
          <a:p>
            <a:r>
              <a:rPr dirty="0"/>
              <a:t>Evaluate best-performing product categories</a:t>
            </a:r>
          </a:p>
          <a:p>
            <a:r>
              <a:rPr dirty="0"/>
              <a:t>Analyze customer spending behavior</a:t>
            </a:r>
          </a:p>
          <a:p>
            <a:r>
              <a:rPr dirty="0"/>
              <a:t>Identify high-performing cities</a:t>
            </a:r>
          </a:p>
          <a:p>
            <a:r>
              <a:rPr dirty="0"/>
              <a:t>Evaluate delivery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827314"/>
            <a:ext cx="7704667" cy="5172502"/>
          </a:xfrm>
        </p:spPr>
        <p:txBody>
          <a:bodyPr/>
          <a:lstStyle/>
          <a:p>
            <a:r>
              <a:rPr dirty="0"/>
              <a:t>Order-level transactional dataset</a:t>
            </a:r>
          </a:p>
          <a:p>
            <a:r>
              <a:rPr dirty="0"/>
              <a:t>Key fields: Order ID, Order Date, Delivery Date</a:t>
            </a:r>
          </a:p>
          <a:p>
            <a:r>
              <a:rPr dirty="0"/>
              <a:t>Product attributes: Product Name, Category</a:t>
            </a:r>
          </a:p>
          <a:p>
            <a:r>
              <a:rPr dirty="0"/>
              <a:t>Customer attributes: City, Occasion</a:t>
            </a:r>
          </a:p>
          <a:p>
            <a:r>
              <a:rPr dirty="0"/>
              <a:t>Metrics: Quantity and Order 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Revenue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957943"/>
            <a:ext cx="7704667" cy="5041873"/>
          </a:xfrm>
        </p:spPr>
        <p:txBody>
          <a:bodyPr/>
          <a:lstStyle/>
          <a:p>
            <a:r>
              <a:rPr dirty="0"/>
              <a:t>Total revenue ₹35.21 lakhs from 1,000 orders</a:t>
            </a:r>
          </a:p>
          <a:p>
            <a:r>
              <a:rPr dirty="0"/>
              <a:t>Average order value ₹3,520</a:t>
            </a:r>
          </a:p>
          <a:p>
            <a:r>
              <a:rPr dirty="0"/>
              <a:t>Indicates strong premium positioning</a:t>
            </a:r>
          </a:p>
          <a:p>
            <a:r>
              <a:rPr dirty="0"/>
              <a:t>Customers willing to spend on gifting</a:t>
            </a:r>
          </a:p>
          <a:p>
            <a:r>
              <a:rPr dirty="0"/>
              <a:t>Opportunity to expand premium offerings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Seasonal Sales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925286"/>
            <a:ext cx="7704667" cy="5074530"/>
          </a:xfrm>
        </p:spPr>
        <p:txBody>
          <a:bodyPr/>
          <a:lstStyle/>
          <a:p>
            <a:r>
              <a:rPr dirty="0"/>
              <a:t>Sales fluctuate significantly during the year</a:t>
            </a:r>
          </a:p>
          <a:p>
            <a:r>
              <a:rPr dirty="0"/>
              <a:t>February and August peak around ₹700K</a:t>
            </a:r>
          </a:p>
          <a:p>
            <a:r>
              <a:rPr dirty="0"/>
              <a:t>Several months fall below ₹200K</a:t>
            </a:r>
          </a:p>
          <a:p>
            <a:r>
              <a:rPr dirty="0"/>
              <a:t>Demand highly dependent on occasions</a:t>
            </a:r>
          </a:p>
          <a:p>
            <a:r>
              <a:rPr dirty="0"/>
              <a:t>Seasonality risk for business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Occasion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892629"/>
            <a:ext cx="7704667" cy="5107187"/>
          </a:xfrm>
        </p:spPr>
        <p:txBody>
          <a:bodyPr/>
          <a:lstStyle/>
          <a:p>
            <a:r>
              <a:rPr dirty="0"/>
              <a:t>Anniversary generates highest revenue</a:t>
            </a:r>
          </a:p>
          <a:p>
            <a:r>
              <a:rPr dirty="0"/>
              <a:t>Raksha Bandhan closely follows</a:t>
            </a:r>
          </a:p>
          <a:p>
            <a:r>
              <a:rPr dirty="0"/>
              <a:t>Occasion-based marketing drives sales</a:t>
            </a:r>
          </a:p>
          <a:p>
            <a:r>
              <a:rPr dirty="0"/>
              <a:t>Key events dominate annual revenue</a:t>
            </a:r>
          </a:p>
          <a:p>
            <a:r>
              <a:rPr dirty="0"/>
              <a:t>Opportunity for targeted campaigns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Product Category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707571"/>
            <a:ext cx="7704667" cy="5292245"/>
          </a:xfrm>
        </p:spPr>
        <p:txBody>
          <a:bodyPr/>
          <a:lstStyle/>
          <a:p>
            <a:r>
              <a:rPr dirty="0"/>
              <a:t>Colors category generates nearly ₹1M</a:t>
            </a:r>
          </a:p>
          <a:p>
            <a:r>
              <a:rPr dirty="0"/>
              <a:t>Soft Toys and Sweets follow behind</a:t>
            </a:r>
          </a:p>
          <a:p>
            <a:r>
              <a:rPr dirty="0"/>
              <a:t>Cakes and Plants contribute less revenue</a:t>
            </a:r>
          </a:p>
          <a:p>
            <a:r>
              <a:rPr dirty="0"/>
              <a:t>Portfolio diversified across categories</a:t>
            </a:r>
          </a:p>
          <a:p>
            <a:r>
              <a:rPr dirty="0"/>
              <a:t>Opportunity to optimize product mix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Product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513114"/>
            <a:ext cx="7704667" cy="4486702"/>
          </a:xfrm>
        </p:spPr>
        <p:txBody>
          <a:bodyPr/>
          <a:lstStyle/>
          <a:p>
            <a:r>
              <a:rPr dirty="0" err="1"/>
              <a:t>Magnam</a:t>
            </a:r>
            <a:r>
              <a:rPr dirty="0"/>
              <a:t> Set and Dolores Gift top products</a:t>
            </a:r>
          </a:p>
          <a:p>
            <a:r>
              <a:rPr dirty="0"/>
              <a:t>Each generates ₹100K–₹140K revenue</a:t>
            </a:r>
          </a:p>
          <a:p>
            <a:r>
              <a:rPr dirty="0"/>
              <a:t>Revenue distributed across products</a:t>
            </a:r>
          </a:p>
          <a:p>
            <a:r>
              <a:rPr dirty="0"/>
              <a:t>Low dependency on single SKU</a:t>
            </a:r>
          </a:p>
          <a:p>
            <a:r>
              <a:rPr dirty="0"/>
              <a:t>Healthy product portfolio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Customer &amp; Order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Orders distributed across multiple cities</a:t>
            </a:r>
          </a:p>
          <a:p>
            <a:r>
              <a:t>Strong reach in metro and tier‑2 cities</a:t>
            </a:r>
          </a:p>
          <a:p>
            <a:r>
              <a:t>Orders placed throughout the day</a:t>
            </a:r>
          </a:p>
          <a:p>
            <a:r>
              <a:t>Morning, evening and late-night peaks</a:t>
            </a:r>
          </a:p>
          <a:p>
            <a:r>
              <a:t>Consistent demand windows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Insight: Delivery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382486"/>
            <a:ext cx="7704667" cy="4617330"/>
          </a:xfrm>
        </p:spPr>
        <p:txBody>
          <a:bodyPr/>
          <a:lstStyle/>
          <a:p>
            <a:r>
              <a:rPr dirty="0"/>
              <a:t>Average delivery time is 5.53 days</a:t>
            </a:r>
          </a:p>
          <a:p>
            <a:r>
              <a:rPr dirty="0"/>
              <a:t>Slower compared to fast-delivery competitors</a:t>
            </a:r>
          </a:p>
          <a:p>
            <a:r>
              <a:rPr dirty="0"/>
              <a:t>Delivery speed impacts satisfaction</a:t>
            </a:r>
          </a:p>
          <a:p>
            <a:r>
              <a:rPr dirty="0"/>
              <a:t>Potential risk for repeat purchases</a:t>
            </a:r>
          </a:p>
          <a:p>
            <a:r>
              <a:rPr dirty="0"/>
              <a:t>Opportunity for logistics optimization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349829"/>
            <a:ext cx="7704667" cy="4649987"/>
          </a:xfrm>
        </p:spPr>
        <p:txBody>
          <a:bodyPr/>
          <a:lstStyle/>
          <a:p>
            <a:r>
              <a:rPr dirty="0"/>
              <a:t>Launch premium gift collections</a:t>
            </a:r>
          </a:p>
          <a:p>
            <a:r>
              <a:rPr dirty="0"/>
              <a:t>Reduce seasonality with new campaigns</a:t>
            </a:r>
          </a:p>
          <a:p>
            <a:r>
              <a:rPr dirty="0"/>
              <a:t>Expand high-performing occasions</a:t>
            </a:r>
          </a:p>
          <a:p>
            <a:r>
              <a:rPr dirty="0"/>
              <a:t>Revitalize underperforming categories</a:t>
            </a:r>
          </a:p>
          <a:p>
            <a:r>
              <a:rPr dirty="0"/>
              <a:t>Improve delivery speed options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273629"/>
            <a:ext cx="7704667" cy="4726187"/>
          </a:xfrm>
        </p:spPr>
        <p:txBody>
          <a:bodyPr/>
          <a:lstStyle/>
          <a:p>
            <a:r>
              <a:rPr dirty="0"/>
              <a:t>Microsoft Excel</a:t>
            </a:r>
          </a:p>
          <a:p>
            <a:r>
              <a:rPr dirty="0"/>
              <a:t>Power Query (ETL)</a:t>
            </a:r>
          </a:p>
          <a:p>
            <a:r>
              <a:rPr dirty="0"/>
              <a:t>Pivot Tables</a:t>
            </a:r>
          </a:p>
          <a:p>
            <a:r>
              <a:rPr dirty="0"/>
              <a:t>Data Visualization</a:t>
            </a:r>
          </a:p>
          <a:p>
            <a:r>
              <a:rPr dirty="0"/>
              <a:t>Dashboard 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B73391-8040-D1C9-C30F-8A174512B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66" y="2405745"/>
            <a:ext cx="7704667" cy="1981200"/>
          </a:xfrm>
        </p:spPr>
        <p:txBody>
          <a:bodyPr>
            <a:normAutofit fontScale="90000"/>
          </a:bodyPr>
          <a:lstStyle/>
          <a:p>
            <a:r>
              <a:rPr lang="en-US" sz="115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40386003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</TotalTime>
  <Words>369</Words>
  <Application>Microsoft Office PowerPoint</Application>
  <PresentationFormat>On-screen Show (4:3)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Corbel</vt:lpstr>
      <vt:lpstr>Parallax</vt:lpstr>
      <vt:lpstr>Ferns &amp; Petals Sales Performance Analytics </vt:lpstr>
      <vt:lpstr>Project Overview</vt:lpstr>
      <vt:lpstr>Problem Statement</vt:lpstr>
      <vt:lpstr>Dataset Description</vt:lpstr>
      <vt:lpstr>Key Insight: Revenue Performance</vt:lpstr>
      <vt:lpstr>Key Insight: Seasonal Sales Trends</vt:lpstr>
      <vt:lpstr>Key Insight: Occasion Performance</vt:lpstr>
      <vt:lpstr>Key Insight: Product Category Performance</vt:lpstr>
      <vt:lpstr>Key Insight: Product Portfolio</vt:lpstr>
      <vt:lpstr>Key Insight: Customer &amp; Order Behavior</vt:lpstr>
      <vt:lpstr>Key Insight: Delivery Performance</vt:lpstr>
      <vt:lpstr>Business Recommendations</vt:lpstr>
      <vt:lpstr>Tools Used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 AR</cp:lastModifiedBy>
  <cp:revision>2</cp:revision>
  <dcterms:created xsi:type="dcterms:W3CDTF">2013-01-27T09:14:16Z</dcterms:created>
  <dcterms:modified xsi:type="dcterms:W3CDTF">2026-03-10T05:49:22Z</dcterms:modified>
  <cp:category/>
</cp:coreProperties>
</file>